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el Albornoz" userId="857ece188491afe8" providerId="LiveId" clId="{3C17915A-1069-4FE4-9A9E-9F34E597328D}"/>
    <pc:docChg chg="modSld">
      <pc:chgData name="Daviel Albornoz" userId="857ece188491afe8" providerId="LiveId" clId="{3C17915A-1069-4FE4-9A9E-9F34E597328D}" dt="2026-05-10T18:58:08.569" v="15" actId="14100"/>
      <pc:docMkLst>
        <pc:docMk/>
      </pc:docMkLst>
      <pc:sldChg chg="modSp mod">
        <pc:chgData name="Daviel Albornoz" userId="857ece188491afe8" providerId="LiveId" clId="{3C17915A-1069-4FE4-9A9E-9F34E597328D}" dt="2026-05-10T18:57:28.152" v="4" actId="14100"/>
        <pc:sldMkLst>
          <pc:docMk/>
          <pc:sldMk cId="0" sldId="258"/>
        </pc:sldMkLst>
        <pc:spChg chg="mod">
          <ac:chgData name="Daviel Albornoz" userId="857ece188491afe8" providerId="LiveId" clId="{3C17915A-1069-4FE4-9A9E-9F34E597328D}" dt="2026-05-10T18:57:12.804" v="0" actId="1076"/>
          <ac:spMkLst>
            <pc:docMk/>
            <pc:sldMk cId="0" sldId="258"/>
            <ac:spMk id="2" creationId="{00000000-0000-0000-0000-000000000000}"/>
          </ac:spMkLst>
        </pc:spChg>
        <pc:picChg chg="mod">
          <ac:chgData name="Daviel Albornoz" userId="857ece188491afe8" providerId="LiveId" clId="{3C17915A-1069-4FE4-9A9E-9F34E597328D}" dt="2026-05-10T18:57:28.152" v="4" actId="14100"/>
          <ac:picMkLst>
            <pc:docMk/>
            <pc:sldMk cId="0" sldId="258"/>
            <ac:picMk id="3" creationId="{00000000-0000-0000-0000-000000000000}"/>
          </ac:picMkLst>
        </pc:picChg>
      </pc:sldChg>
      <pc:sldChg chg="modSp mod">
        <pc:chgData name="Daviel Albornoz" userId="857ece188491afe8" providerId="LiveId" clId="{3C17915A-1069-4FE4-9A9E-9F34E597328D}" dt="2026-05-10T18:57:47.085" v="10" actId="14100"/>
        <pc:sldMkLst>
          <pc:docMk/>
          <pc:sldMk cId="0" sldId="259"/>
        </pc:sldMkLst>
        <pc:spChg chg="mod">
          <ac:chgData name="Daviel Albornoz" userId="857ece188491afe8" providerId="LiveId" clId="{3C17915A-1069-4FE4-9A9E-9F34E597328D}" dt="2026-05-10T18:57:33.303" v="5" actId="1076"/>
          <ac:spMkLst>
            <pc:docMk/>
            <pc:sldMk cId="0" sldId="259"/>
            <ac:spMk id="2" creationId="{00000000-0000-0000-0000-000000000000}"/>
          </ac:spMkLst>
        </pc:spChg>
        <pc:picChg chg="mod">
          <ac:chgData name="Daviel Albornoz" userId="857ece188491afe8" providerId="LiveId" clId="{3C17915A-1069-4FE4-9A9E-9F34E597328D}" dt="2026-05-10T18:57:47.085" v="10" actId="14100"/>
          <ac:picMkLst>
            <pc:docMk/>
            <pc:sldMk cId="0" sldId="259"/>
            <ac:picMk id="3" creationId="{00000000-0000-0000-0000-000000000000}"/>
          </ac:picMkLst>
        </pc:picChg>
      </pc:sldChg>
      <pc:sldChg chg="modSp mod">
        <pc:chgData name="Daviel Albornoz" userId="857ece188491afe8" providerId="LiveId" clId="{3C17915A-1069-4FE4-9A9E-9F34E597328D}" dt="2026-05-10T18:58:08.569" v="15" actId="14100"/>
        <pc:sldMkLst>
          <pc:docMk/>
          <pc:sldMk cId="0" sldId="260"/>
        </pc:sldMkLst>
        <pc:spChg chg="mod">
          <ac:chgData name="Daviel Albornoz" userId="857ece188491afe8" providerId="LiveId" clId="{3C17915A-1069-4FE4-9A9E-9F34E597328D}" dt="2026-05-10T18:57:53.311" v="11" actId="1076"/>
          <ac:spMkLst>
            <pc:docMk/>
            <pc:sldMk cId="0" sldId="260"/>
            <ac:spMk id="2" creationId="{00000000-0000-0000-0000-000000000000}"/>
          </ac:spMkLst>
        </pc:spChg>
        <pc:picChg chg="mod">
          <ac:chgData name="Daviel Albornoz" userId="857ece188491afe8" providerId="LiveId" clId="{3C17915A-1069-4FE4-9A9E-9F34E597328D}" dt="2026-05-10T18:58:08.569" v="15" actId="14100"/>
          <ac:picMkLst>
            <pc:docMk/>
            <pc:sldMk cId="0" sldId="260"/>
            <ac:picMk id="3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Marketing Campaign Performance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briefing: campaign, channel, and customer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interactions: 100,000</a:t>
            </a:r>
          </a:p>
          <a:p>
            <a:r>
              <a:t>Total revenue: $2,314,742.53</a:t>
            </a:r>
          </a:p>
          <a:p>
            <a:r>
              <a:t>Conversion rate: 47.71%</a:t>
            </a:r>
          </a:p>
          <a:p>
            <a:r>
              <a:t>Average time on site: 134.6 sec</a:t>
            </a:r>
          </a:p>
          <a:p>
            <a:r>
              <a:t>Average ticket (converted): $48.52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7219"/>
            <a:ext cx="8229600" cy="1143000"/>
          </a:xfrm>
        </p:spPr>
        <p:txBody>
          <a:bodyPr/>
          <a:lstStyle/>
          <a:p>
            <a:r>
              <a:rPr dirty="0"/>
              <a:t>Revenue by Channel and Campaign</a:t>
            </a:r>
          </a:p>
        </p:txBody>
      </p:sp>
      <p:pic>
        <p:nvPicPr>
          <p:cNvPr id="3" name="Picture 2" descr="revenue_by_channel_campa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6895"/>
            <a:ext cx="9144000" cy="58138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472"/>
            <a:ext cx="8229600" cy="1143000"/>
          </a:xfrm>
        </p:spPr>
        <p:txBody>
          <a:bodyPr/>
          <a:lstStyle/>
          <a:p>
            <a:r>
              <a:rPr dirty="0"/>
              <a:t>Conversion Heatmap</a:t>
            </a:r>
          </a:p>
        </p:txBody>
      </p:sp>
      <p:pic>
        <p:nvPicPr>
          <p:cNvPr id="3" name="Picture 2" descr="convers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7054"/>
            <a:ext cx="9144000" cy="58009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/>
              <a:t>Revenue by Customer Type</a:t>
            </a:r>
          </a:p>
        </p:txBody>
      </p:sp>
      <p:pic>
        <p:nvPicPr>
          <p:cNvPr id="3" name="Picture 2" descr="customer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9144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Scale investment in B + Email as the top revenue combination.</a:t>
            </a:r>
          </a:p>
          <a:p>
            <a:r>
              <a:t>Run A/B tests by channel to optimize conversion.</a:t>
            </a:r>
          </a:p>
          <a:p>
            <a:r>
              <a:t>Use separate messaging for New vs Existing customers.</a:t>
            </a:r>
          </a:p>
          <a:p>
            <a:r>
              <a:t>Apply weekly KPI governance to rebalance budget.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95</Words>
  <Application>Microsoft Office PowerPoint</Application>
  <PresentationFormat>On-screen Show (4:3)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Marketing Campaign Performance</vt:lpstr>
      <vt:lpstr>KPI Snapshot</vt:lpstr>
      <vt:lpstr>Revenue by Channel and Campaign</vt:lpstr>
      <vt:lpstr>Conversion Heatmap</vt:lpstr>
      <vt:lpstr>Revenue by Customer Type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Daviel Albornoz</cp:lastModifiedBy>
  <cp:revision>1</cp:revision>
  <dcterms:created xsi:type="dcterms:W3CDTF">2013-01-27T09:14:16Z</dcterms:created>
  <dcterms:modified xsi:type="dcterms:W3CDTF">2026-05-10T18:58:13Z</dcterms:modified>
  <cp:category/>
</cp:coreProperties>
</file>