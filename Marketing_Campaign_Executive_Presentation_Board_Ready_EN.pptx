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16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el Albornoz" userId="857ece188491afe8" providerId="LiveId" clId="{3C17915A-1069-4FE4-9A9E-9F34E597328D}"/>
    <pc:docChg chg="modSld">
      <pc:chgData name="Daviel Albornoz" userId="857ece188491afe8" providerId="LiveId" clId="{3C17915A-1069-4FE4-9A9E-9F34E597328D}" dt="2026-05-10T18:56:51.593" v="4" actId="14100"/>
      <pc:docMkLst>
        <pc:docMk/>
      </pc:docMkLst>
      <pc:sldChg chg="modSp mod">
        <pc:chgData name="Daviel Albornoz" userId="857ece188491afe8" providerId="LiveId" clId="{3C17915A-1069-4FE4-9A9E-9F34E597328D}" dt="2026-05-10T18:56:51.593" v="4" actId="14100"/>
        <pc:sldMkLst>
          <pc:docMk/>
          <pc:sldMk cId="0" sldId="258"/>
        </pc:sldMkLst>
        <pc:spChg chg="mod">
          <ac:chgData name="Daviel Albornoz" userId="857ece188491afe8" providerId="LiveId" clId="{3C17915A-1069-4FE4-9A9E-9F34E597328D}" dt="2026-05-10T18:56:51.593" v="4" actId="14100"/>
          <ac:spMkLst>
            <pc:docMk/>
            <pc:sldMk cId="0" sldId="258"/>
            <ac:spMk id="4" creationId="{00000000-0000-0000-0000-000000000000}"/>
          </ac:spMkLst>
        </pc:spChg>
        <pc:picChg chg="mod">
          <ac:chgData name="Daviel Albornoz" userId="857ece188491afe8" providerId="LiveId" clId="{3C17915A-1069-4FE4-9A9E-9F34E597328D}" dt="2026-05-10T18:56:42.743" v="2" actId="1076"/>
          <ac:picMkLst>
            <pc:docMk/>
            <pc:sldMk cId="0" sldId="258"/>
            <ac:picMk id="3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Executive Growth Plan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Board-ready summary for campaign optimization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Requested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Approve a 4-week pilot to increase investment in B + Email.</a:t>
            </a:r>
          </a:p>
          <a:p>
            <a:r>
              <a:t>Objective: grow revenue while keeping conversion stable.</a:t>
            </a:r>
          </a:p>
          <a:p>
            <a:r>
              <a:t>Scope: creative, landing page and customer segmentation tests.</a:t>
            </a:r>
          </a:p>
          <a:p>
            <a:r>
              <a:t>Governance: weekly KPI review and decision rules.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Financial Impact</a:t>
            </a:r>
          </a:p>
        </p:txBody>
      </p:sp>
      <p:pic>
        <p:nvPicPr>
          <p:cNvPr id="3" name="Picture 2" descr="escenarios_impacto_ingres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07792"/>
            <a:ext cx="9144000" cy="39502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1119709"/>
            <a:ext cx="914400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rPr dirty="0"/>
              <a:t>Executive readout</a:t>
            </a:r>
          </a:p>
          <a:p>
            <a:pPr>
              <a:defRPr sz="1300"/>
            </a:pPr>
            <a:r>
              <a:rPr dirty="0"/>
              <a:t>Top current combo: B + Email</a:t>
            </a:r>
          </a:p>
          <a:p>
            <a:pPr>
              <a:defRPr sz="1300"/>
            </a:pPr>
            <a:r>
              <a:rPr dirty="0"/>
              <a:t>Current total revenue: $2,314,743</a:t>
            </a:r>
          </a:p>
          <a:p>
            <a:pPr>
              <a:defRPr sz="1300"/>
            </a:pPr>
            <a:r>
              <a:rPr dirty="0"/>
              <a:t>Recommend approving pilot under controlled KPI guardrails.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30-60-90 Execution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0-30: launch pilot and set baseline</a:t>
            </a:r>
          </a:p>
          <a:p>
            <a:r>
              <a:t>31-60: run A/B tests and optimize winning variants</a:t>
            </a:r>
          </a:p>
          <a:p>
            <a:r>
              <a:t>61-90: scale proven tactics and formalize budget rebalance</a:t>
            </a:r>
          </a:p>
          <a:p>
            <a:r>
              <a:t>Owners: Marketing Performance, BI, and Sales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and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Risk: audience fatigue in top channel</a:t>
            </a:r>
          </a:p>
          <a:p>
            <a:r>
              <a:t>Mitigation: rotate creatives weekly and cap frequency</a:t>
            </a:r>
          </a:p>
          <a:p>
            <a:r>
              <a:t>Risk: volume growth with lower lead quality</a:t>
            </a:r>
          </a:p>
          <a:p>
            <a:r>
              <a:t>Mitigation: enforce minimum conversion and ticket thresholds</a:t>
            </a:r>
          </a:p>
          <a:p>
            <a:r>
              <a:t>Risk: seasonality bias</a:t>
            </a:r>
          </a:p>
          <a:p>
            <a:r>
              <a:t>Mitigation: compare against a 4-week historical control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163</Words>
  <Application>Microsoft Office PowerPoint</Application>
  <PresentationFormat>On-screen Show (4:3)</PresentationFormat>
  <Paragraphs>24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Executive Growth Plan</vt:lpstr>
      <vt:lpstr>Decision Requested Today</vt:lpstr>
      <vt:lpstr>Expected Financial Impact</vt:lpstr>
      <vt:lpstr>30-60-90 Execution Plan</vt:lpstr>
      <vt:lpstr>Risks and Mitigation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Daviel Albornoz</cp:lastModifiedBy>
  <cp:revision>1</cp:revision>
  <dcterms:created xsi:type="dcterms:W3CDTF">2013-01-27T09:14:16Z</dcterms:created>
  <dcterms:modified xsi:type="dcterms:W3CDTF">2026-05-10T18:56:52Z</dcterms:modified>
  <cp:category/>
</cp:coreProperties>
</file>